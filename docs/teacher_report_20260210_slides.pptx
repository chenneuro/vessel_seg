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vessel_seg Summer Research Progress</a:t>
            </a:r>
          </a:p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t>CT -&gt; Segmentation -&gt; Centerline -&gt; Repair -&gt; Feature -&gt;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Supervisor update (10-15 min)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Focus: reproducible quantitative pipeline + concrete technical fixes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Cases: Normal_1 and Normal_2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Pipeline Overview</a:t>
            </a:r>
          </a:p>
        </p:txBody>
      </p:sp>
      <p:pic>
        <p:nvPicPr>
          <p:cNvPr id="3" name="Picture 2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2003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Metrics at Each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Step1: Dice, ASD(mm), HD95(mm)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Step2/3: pred2gt mean/p95, coverage@1mm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Step4: branch count diff, descriptor cosine/l1/l2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Step5: reconstructed mesh vs GT mask boundary (same distance metrics)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Cross-case Quantitative Summary</a:t>
            </a:r>
          </a:p>
        </p:txBody>
      </p:sp>
      <p:pic>
        <p:nvPicPr>
          <p:cNvPr id="3" name="Picture 2" descr="cross_cas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332720" cy="688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Step1 Segmentation: Normal_1</a:t>
            </a:r>
          </a:p>
        </p:txBody>
      </p:sp>
      <p:pic>
        <p:nvPicPr>
          <p:cNvPr id="3" name="Picture 2" descr="normal_1_step1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589520" cy="31875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7373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Dice = 0.8450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HD95 = 0.625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Interpretation: strong upstream quality for downstream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Step1 Segmentation: Normal_2</a:t>
            </a:r>
          </a:p>
        </p:txBody>
      </p:sp>
      <p:pic>
        <p:nvPicPr>
          <p:cNvPr id="3" name="Picture 2" descr="normal_2_step1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589520" cy="31875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7373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Dice = 0.7274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HD95 = 10.2556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Main bottleneck: segmentation quality variance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Step3 Centerline Comparison</a:t>
            </a:r>
          </a:p>
        </p:txBody>
      </p:sp>
      <p:pic>
        <p:nvPicPr>
          <p:cNvPr id="3" name="Picture 2" descr="normal_1_step3_cent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2598420"/>
          </a:xfrm>
          <a:prstGeom prst="rect">
            <a:avLst/>
          </a:prstGeom>
        </p:spPr>
      </p:pic>
      <p:pic>
        <p:nvPicPr>
          <p:cNvPr id="4" name="Picture 3" descr="normal_2_step3_cente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Key Engineering Fix: Repair Topology</a:t>
            </a:r>
          </a:p>
        </p:txBody>
      </p:sp>
      <p:pic>
        <p:nvPicPr>
          <p:cNvPr id="3" name="Picture 2" descr="normal1_connectivity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Root cause: duplicated endpoint points in VTP writer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Fix: merge coincident endpoints to shared point IDs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Outcome: disconnected fragments -&gt; anatomically coherent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Step4 Feature Extraction</a:t>
            </a:r>
          </a:p>
        </p:txBody>
      </p:sp>
      <p:pic>
        <p:nvPicPr>
          <p:cNvPr id="3" name="Picture 2" descr="normal_1_step4_branch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669280" cy="3307080"/>
          </a:xfrm>
          <a:prstGeom prst="rect">
            <a:avLst/>
          </a:prstGeom>
        </p:spPr>
      </p:pic>
      <p:pic>
        <p:nvPicPr>
          <p:cNvPr id="4" name="Picture 3" descr="normal_2_step4_branch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Current Risks and Next 2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Step4 still has branch count mismatch on some cases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Case-to-case variability remains high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Need stronger failure-case regression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1: repair trigger + topology constraints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2: branch governance + batch evaluation (10-20 cases)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Deliver reproducible report-ready figures/tables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My Core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Built an end-to-end quantitative pipeline (not isolated scripts)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Defined step-wise metrics to make progress measurable and auditable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Diagnosed and fixed topology-level bug with reproducible evidence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Converted blockers into actionable engineering tasks and benchmarks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Discussion / Feedback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Do you agree with metric priority (Step1 stability first)?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Should we prioritize method novelty or robust clinical engineering pipeline first?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Is this progression acceptable: small-case closure -&gt; larger batch validation?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