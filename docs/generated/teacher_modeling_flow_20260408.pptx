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冠脉建模流程与所需数据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基于仓库现状，面向“现有分割 -&gt; 世界系放置 -&gt; X 光重建”的汇报版本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8862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55064"/>
            <a:ext cx="366674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汇报目标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666744" cy="154533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把当前仓库已经实现的工程主线，与老师提出的“术中重建”思路对齐。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回答三个问题：现在做到哪里、下一步建模怎么写、需要补什么数据。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核心口径：先消费现有分割/clean tree，再放到世界系里，最后输出可比较的 X 光重建。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600200"/>
            <a:ext cx="3063240" cy="196596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1768" y="1655064"/>
            <a:ext cx="284378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仓库里已经有的能力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1947672"/>
            <a:ext cx="2843784" cy="154533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五阶段工程主线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语义拓扑与左右系统划分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分支聚类与 prototype prior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FGPM / Bayesian 形状建模接口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C-arm 几何与 synthetic projection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00200"/>
            <a:ext cx="3063240" cy="1965960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7" y="1655064"/>
            <a:ext cx="284378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老师这版重点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7" y="1947672"/>
            <a:ext cx="2843784" cy="154533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参考系设定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状态节点与观测量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聚类能否变成抽象结构体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Bayesian 估计能否接上真实 X 光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构型空间和工作空间如何区分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10378440" cy="160020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32503"/>
            <a:ext cx="1015898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一句话总览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61688"/>
            <a:ext cx="10158984" cy="114300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当前仓库已经具备“CT / mask -&gt; centerline tree -&gt; semantic topology -&gt; branch features -&gt; render”的工程闭环；老师想推进的，是把这条静态结构链升级成“世界系 + 心脏系 + C 臂观测系”下的参数化状态空间模型，再把 synthetic X-ray 与真实 X 光做匹配。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依据仓库：README、docs/coronary_analysis_master_blueprint.md、vessel_seg/pipeline/*、vessel_seg/reconstruction_3d2d/*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Repo Review：当前代码已经分成五条主线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这一页用来证明 PPT 不是空想，而是直接从仓库现状抽出来的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103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63624"/>
            <a:ext cx="1883663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1. 工程主线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92807"/>
            <a:ext cx="1883663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vessel_seg/pipeline/
五阶段统一入口，负责每例 case 的标准输出。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08760"/>
            <a:ext cx="2103120" cy="141732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563624"/>
            <a:ext cx="1883663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2. 语义拓扑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1892807"/>
            <a:ext cx="1883663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semantic_topology.py
病例内解剖坐标系、左右系统、主干家族与语义赋值。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508760"/>
            <a:ext cx="2103120" cy="1417320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1563624"/>
            <a:ext cx="1883663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3. 聚类原型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892807"/>
            <a:ext cx="1883663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branch_clustering.py
side-first clustering，把 branch 组织成 prototype graph。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508760"/>
            <a:ext cx="2103120" cy="141732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1563624"/>
            <a:ext cx="1883663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4. 概率形状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1892807"/>
            <a:ext cx="1883663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fgpm.py + tree_prior.py
Fourier + GP + MAP，为 Bayesian 形状先验留了接口。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508760"/>
            <a:ext cx="1783080" cy="141732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7" y="1563624"/>
            <a:ext cx="156362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5. 3D-2D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7" y="1892807"/>
            <a:ext cx="1563624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reconstruction_3d2d/
HeartState、CArmConfig、synthetic projection。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246120"/>
            <a:ext cx="4937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3300984"/>
            <a:ext cx="471830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对应老师的讨论点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3593591"/>
            <a:ext cx="4718304" cy="186537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“参考系设定”已经有雏形：HeartState + CArmConfig + project_points_world_to_detector。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“聚类估计”已经有 side-first baseline，但现在输出仍主要是分析报告，下一步应升级成 prototype prior。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“贝叶斯估计”已有 FGPM / MAP 形状建模接口，但尚未与 X 光匹配串成在线估计。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246120"/>
            <a:ext cx="5120640" cy="228600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3300984"/>
            <a:ext cx="4901183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这意味着什么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593591"/>
            <a:ext cx="4901183" cy="186537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仓库不是从零开始做重建，而是已经有“静态结构模型”和“简化观测模型”两头。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真正缺的是中间那层：状态参数化、类手术数据构造、真实 X 光 matching、时序 Bayesian 更新。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因此本次 PPT 应该强调“从现有工程主线自然生长到术中重建层”，而不是另起炉灶。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关键文件：vessel_seg/pipeline/stages.py、vessel_seg/pipeline/semantic_topology.py、vessel_seg/pipeline/branch_clustering.py、vessel_seg/fgpm.py、vessel_seg/reconstruction_3d2d/contracts.py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当前已经可复现的工程主线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先把已有 pipeline 讲清楚，再接老师希望看到的建模层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83680" cy="22572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417320"/>
            <a:ext cx="3886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2088" y="1472184"/>
            <a:ext cx="366674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每个 stage 的关键产物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1764792"/>
            <a:ext cx="3666744" cy="323697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Step1 CT segmentation：mask.nii.gz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Step2 centerline extraction：centerlines.vtp + branch manifest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Step3 centerline repair：tree.json + branch_names.json + semantic_topology.json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Step4 wall features：branch_dataset.npz / radii profiles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Step5 rendering：overview.png / case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49240"/>
            <a:ext cx="10332720" cy="77724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5404103"/>
            <a:ext cx="1011326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这一页的结论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5733288"/>
            <a:ext cx="10113264" cy="32004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老师后面要的术中重建，不需要推翻现有主线；它应该直接消费 Step3/Step4 的 clean tree、语义拓扑和半径信息，把这些静态产物重写成状态空间里的先验与观测模型。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代码入口：vessel_seg/pipeline/orchestrator.py、vessel_seg/pipeline/stages.py；CLI：python -m vessel_seg pipeline-case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老师想法与当前仓库的映射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把“现有分割 -&gt; 世界系放置 -&gt; 输出 X 光重建信息”写成一条清晰流程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37943"/>
            <a:ext cx="160934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输入层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67128"/>
            <a:ext cx="1609344" cy="411479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CT / mask
已有 X 光 / ECG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83080"/>
            <a:ext cx="1920240" cy="86868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837943"/>
            <a:ext cx="170078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结构层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167128"/>
            <a:ext cx="1700784" cy="411479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clean tree
semantic topology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783080"/>
            <a:ext cx="1920240" cy="868680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8" y="1837943"/>
            <a:ext cx="170078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原型层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167128"/>
            <a:ext cx="1700784" cy="411479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cluster -&gt;
prototype prior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783080"/>
            <a:ext cx="1920240" cy="86868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837943"/>
            <a:ext cx="170078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状态层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167128"/>
            <a:ext cx="1700784" cy="411479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[x,theta]_cav,L,R
beta_soft, ecg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783080"/>
            <a:ext cx="1920240" cy="86868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7" y="1837943"/>
            <a:ext cx="170078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观测层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7" y="2167128"/>
            <a:ext cx="1700784" cy="411479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world pose + C-arm
3D -&gt; 2D projection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87168" y="2212848"/>
            <a:ext cx="237744" cy="0"/>
          </a:xfrm>
          <a:prstGeom prst="line">
            <a:avLst/>
          </a:prstGeom>
          <a:ln w="22860">
            <a:solidFill>
              <a:srgbClr val="DD5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81728" y="2212848"/>
            <a:ext cx="283464" cy="0"/>
          </a:xfrm>
          <a:prstGeom prst="line">
            <a:avLst/>
          </a:prstGeom>
          <a:ln w="22860">
            <a:solidFill>
              <a:srgbClr val="4A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22008" y="2212848"/>
            <a:ext cx="283464" cy="0"/>
          </a:xfrm>
          <a:prstGeom prst="line">
            <a:avLst/>
          </a:prstGeom>
          <a:ln w="22860">
            <a:solidFill>
              <a:srgbClr val="C497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62288" y="2212848"/>
            <a:ext cx="283464" cy="0"/>
          </a:xfrm>
          <a:prstGeom prst="line">
            <a:avLst/>
          </a:prstGeom>
          <a:ln w="22860">
            <a:solidFill>
              <a:srgbClr val="5890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0" y="3154680"/>
            <a:ext cx="1828800" cy="804672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3209544"/>
            <a:ext cx="160934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实验层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538728"/>
            <a:ext cx="1609344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采样 config / space
合成类手术数据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154680"/>
            <a:ext cx="1828800" cy="804672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209544"/>
            <a:ext cx="160934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实时层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3538728"/>
            <a:ext cx="1609344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真实 X 光 vs 模型投影
matching / MAP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096512" y="2679192"/>
            <a:ext cx="0" cy="457200"/>
          </a:xfrm>
          <a:prstGeom prst="line">
            <a:avLst/>
          </a:prstGeom>
          <a:ln w="19050">
            <a:solidFill>
              <a:srgbClr val="C497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632" y="2679192"/>
            <a:ext cx="0" cy="457200"/>
          </a:xfrm>
          <a:prstGeom prst="line">
            <a:avLst/>
          </a:prstGeom>
          <a:ln w="19050">
            <a:solidFill>
              <a:srgbClr val="5890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7240" y="4434840"/>
            <a:ext cx="10424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489703"/>
            <a:ext cx="1020470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要点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782312"/>
            <a:ext cx="10204704" cy="99669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现在仓库已经覆盖“结构层 + 部分观测层”，老师要推进的是“原型层 + 状态层 + 实时匹配层”。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最小闭环应先做 synthetic X-ray，再把真实 X 光作为观测输入，逐步过渡到 Bayesian / MAP 估计。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与老师表述对齐：先利用现有分割，在世界系放置，最后输出 X 光重建信息，此时参数可变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参考系设定：世界系、心脏系、观察系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这一页回答“手术台参数、C 臂角度和相对位姿、投影变换”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108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09344"/>
            <a:ext cx="288950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世界系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38528"/>
            <a:ext cx="2889504" cy="228600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手术台、患者整体位姿、C 臂整体布局都在这里定义。
关键参数：T_WH、台面位姿、器械相对位置。
老师说的“手术台参数”，建议统一放在世界系层面保存。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834640" cy="274320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609344"/>
            <a:ext cx="261518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心脏系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938528"/>
            <a:ext cx="2615184" cy="228600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以主动脉根 / 冠脉开口附近为局部原点。
状态量： [x,theta]_cav、[x,theta]_L、[x,theta]_R、beta_soft。
这是把静态树升级成参数化结构的核心。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54480"/>
            <a:ext cx="3657600" cy="274320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1609344"/>
            <a:ext cx="343814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观察系 C / Detector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1938528"/>
            <a:ext cx="3438144" cy="228600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由 LAO/RAO、CRA/CAU、SID、SOD、pixel spacing、principal point、distortion_coeffs 定义。
仓库里已经有 CArmConfig / DetectorConfig 和 project_points_world_to_detector。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22191" y="2907792"/>
            <a:ext cx="310896" cy="0"/>
          </a:xfrm>
          <a:prstGeom prst="line">
            <a:avLst/>
          </a:prstGeom>
          <a:ln w="22860">
            <a:solidFill>
              <a:srgbClr val="DD5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13448" y="2907792"/>
            <a:ext cx="283464" cy="0"/>
          </a:xfrm>
          <a:prstGeom prst="line">
            <a:avLst/>
          </a:prstGeom>
          <a:ln w="22860">
            <a:solidFill>
              <a:srgbClr val="4A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754880"/>
            <a:ext cx="9966960" cy="868680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09744"/>
            <a:ext cx="974750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建议的数据约定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138928"/>
            <a:ext cx="9747504" cy="411479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所有 tree / branch 几何先在心脏系表达；只有投影和配准时才通过 T_WH 映射到世界系，再由 C 臂观察系投到 detector。这样可以把“构型变化”和“术中摆位变化”拆开处理。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对应代码：vessel_seg/reconstruction_3d2d/contracts.py、vessel_seg/reconstruction_3d2d/carm_geometry.py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数据树：构型空间与工作空间怎么分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这一页直接回答“数据树问题、构型空间和工作空间的问题”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09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343400" cy="32004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500" b="1">
                <a:solidFill>
                  <a:srgbClr val="DD594F"/>
                </a:solidFill>
              </a:rPr>
              <a:t>建议的数据树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4251960" cy="365760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Input
├─ ECG_t
├─ Xray_t
└─ Preop CT / mask / clean tree
World W
├─ CArmConfig(angles, sid, sod, detector, distortion)
└─ T_WH
Heart H
├─ [x,theta]_cav
├─ [x,theta]_L
├─ [x,theta]_R
└─ beta_soft / latent shape coeffs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54480"/>
            <a:ext cx="2606040" cy="205740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4728" y="1609344"/>
            <a:ext cx="238658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构型空间 config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1901952"/>
            <a:ext cx="2386584" cy="163677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低维参数：T_WH、q_L、q_R、beta_soft、ecg_phase、c_arm。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适合采样、优化、Bayesian filtering。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老师说的 [config, space] 可以先从这里落地。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554480"/>
            <a:ext cx="2606040" cy="205740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7" y="1609344"/>
            <a:ext cx="238658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工作空间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1901952"/>
            <a:ext cx="2386584" cy="163677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3D 中心线 / 分支半径 / mesh / 世界坐标中的几何。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2D detector 上的投影点、投影宽度、mask。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这里是合成观测和真实观测发生比较的地方。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3840480"/>
            <a:ext cx="5440680" cy="2240280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3895344"/>
            <a:ext cx="522122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为什么要分开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4187952"/>
            <a:ext cx="5221224" cy="181965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如果不区分 config 和 workspace，手术台位姿、心脏运动、血管形变会全部混在一个坐标里，难以解释也难以估计。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分开以后，聚类和先验只约束 config space；投影、成像误差和遮挡则主要发生在 workspace。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建议在 JSON / dataclass 里显式区分 state params 与 geometric observations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聚类估计：能不能做成抽象结构体？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这一页回答“换数据结构、隐形结构、软性结构，能不能够”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55064"/>
            <a:ext cx="311810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显式结构层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84248"/>
            <a:ext cx="3118104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tree.json
{parent, lambda, theta, phi, depth, child_count}
这是当前仓库最稳定的结构基础。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337560" cy="1417320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55064"/>
            <a:ext cx="311810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抽象原型层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84248"/>
            <a:ext cx="3118104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side-first clustering + canonical naming
输出 prototype graph：trunk / continuation / side / terminal。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154680" cy="141732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55064"/>
            <a:ext cx="293522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软性隐变量层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84248"/>
            <a:ext cx="2935224" cy="9601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FGPM / soft_coeffs / deformation latent
表达不可直接观测但会影响投影的柔性形变。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87368" y="2304288"/>
            <a:ext cx="320040" cy="0"/>
          </a:xfrm>
          <a:prstGeom prst="line">
            <a:avLst/>
          </a:prstGeom>
          <a:ln w="22860">
            <a:solidFill>
              <a:srgbClr val="DD5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90688" y="2304288"/>
            <a:ext cx="320039" cy="0"/>
          </a:xfrm>
          <a:prstGeom prst="line">
            <a:avLst/>
          </a:prstGeom>
          <a:ln w="22860">
            <a:solidFill>
              <a:srgbClr val="C497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" y="3429000"/>
            <a:ext cx="4983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7" y="3483864"/>
            <a:ext cx="476402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当前仓库已经支持的部分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3776472"/>
            <a:ext cx="4764024" cy="172821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semantic_topology.py：给分支加上语义家族和病例内解剖坐标。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branch_clustering.py：先分 LCA / RCA，再在各自内部聚类，避免左右混簇。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fgpm.py：Fourier + GP + MAP，已经说明软性形状先验是可以建的。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429000"/>
            <a:ext cx="5074920" cy="214884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483864"/>
            <a:ext cx="485546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建议在 PPT 里的表述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776472"/>
            <a:ext cx="4855464" cy="172821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聚类不应该只停留在“看 gallery”，而要输出一个 prototype prior，作为状态空间的结构约束。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可以先把每个 cluster 看成一个抽象结构体槽位，再在槽位里挂上长度、方向、半径和 soft latent。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这样就能回答老师问的“能不能实现类手术的数据构造”：可以，先在原型图上采样，再映射到具体 geometry。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依据文档：docs/branch_clustering_side_first_contract.md、docs/branch_clustering_lr_baseline.md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状态节点、观测量与贝叶斯估计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这一页把“模型 - 演化/仿真 - 实时匹配”写成数学语言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09344"/>
            <a:ext cx="320954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状态 z_t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01952"/>
            <a:ext cx="3209544" cy="181965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T_WH：心脏在世界系中的位姿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q_cav / q_L / q_R：主干与左右冠的构型参数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beta_soft：柔性形变低维系数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phi_ecg：心动周期相位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37560" cy="224028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4A6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09344"/>
            <a:ext cx="311810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4A6DA7"/>
                </a:solidFill>
              </a:rPr>
              <a:t>观测 y_t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01952"/>
            <a:ext cx="3118104" cy="181965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真实 X 光图像或其 vessel segmentation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ECG 相位 / 时间戳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C 臂角度与 detector 标定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可选：人工标注的关键点或血管对应关系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54480"/>
            <a:ext cx="3246120" cy="2240280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1609344"/>
            <a:ext cx="3026663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估计目标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7" y="1901952"/>
            <a:ext cx="3026663" cy="181965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forward：z_t -&gt; synthetic X-ray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inverse：真实 X 光 -&gt; z_t 的后验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先做 MAP matching，再扩展到 Bayesian filtering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069080"/>
            <a:ext cx="10058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123944"/>
            <a:ext cx="983894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建议在汇报里直接给出的公式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453128"/>
            <a:ext cx="9838944" cy="594359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p(z_t | y_1:t) ∝ p(y_t | z_t) · p(z_t | z_{t-1}) · p(z_0)
其中 p(y_t | z_t) 由 C 臂投影与图像 matching 给出，p(z_t | z_{t-1}) 由心动周期与柔性先验给出，p(z_0) 来自 prototype prior + FGPM。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394960"/>
            <a:ext cx="10058400" cy="713232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449824"/>
            <a:ext cx="983894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与仓库的关系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779008"/>
            <a:ext cx="9838944" cy="25603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HeartState / CArmConfig / synthetic_projection 已经提供了前向观测模型雏形；FGPM 提供了先验与 MAP 的语言；缺的是真实 X 光 matching 和时序更新。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对应老师关键词：状态节点、观测量、贝叶斯估计、模型演化/仿真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需要的数据与参数表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这一页可以直接回答老师：为了把模型跑起来，我们具体还缺什么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44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934"/>
                <a:gridCol w="2148840"/>
                <a:gridCol w="5694426"/>
              </a:tblGrid>
              <a:tr h="447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 / 参数</a:t>
                      </a:r>
                    </a:p>
                  </a:txBody>
                  <a:tcPr>
                    <a:solidFill>
                      <a:srgbClr val="4A6D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仓库现状</a:t>
                      </a:r>
                    </a:p>
                  </a:txBody>
                  <a:tcPr>
                    <a:solidFill>
                      <a:srgbClr val="4A6D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主要用途</a:t>
                      </a:r>
                    </a:p>
                  </a:txBody>
                  <a:tcPr>
                    <a:solidFill>
                      <a:srgbClr val="4A6DA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CCTA / coronary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已有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术前解剖入口；可生成 clean tree、wall features、shape prior。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centerline tree + semantic topology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已有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提供 parent / lambda / theta / phi、左右系统、语义主干。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branch radii / wall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已有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提供血管宽度、纵向半径、FGPM 建模基础。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C-arm 几何与 detector 标定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接口已留，真实数据缺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定义投影矩阵、pixel spacing、principal point、畸变。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手术台 / 世界系位姿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把心脏系映射到世界系，回答“患者怎么摆、器械怎么摆”。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ECG 相位 / 时间戳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缺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建模心脏时序，连接 z_t 和 z_{t-1}。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真实 X 光 / fluoroscopy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作为观测 y_t，用于 matching / MAP / Bayes filtering。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评估标注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待定义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</a:defRPr>
                      </a:pPr>
                      <a:r>
                        <a:t>关键点、分支对应、2D mask 或 2D-3D 注册基准。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806440"/>
            <a:ext cx="10332720" cy="658368"/>
          </a:xfrm>
          <a:prstGeom prst="roundRect">
            <a:avLst/>
          </a:prstGeom>
          <a:solidFill>
            <a:srgbClr val="FDF5E8"/>
          </a:solidFill>
          <a:ln w="12700">
            <a:solidFill>
              <a:srgbClr val="C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5861303"/>
            <a:ext cx="10113264" cy="310896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C49740"/>
                </a:solidFill>
              </a:rPr>
              <a:t>优先补什么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6190488"/>
            <a:ext cx="10113264" cy="201167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第一优先级不是再换分割模型，而是补齐真实 C 臂几何、ECG 相位和同步 X 光；只有这三类数据到位，真实 matching 和 Bayesian 估计才有入口。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数据入口参考：data/README.md、data/external/asoca2020.path；新增术中数据建议单独建 manifest/schema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当前证据与下一步路线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47472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100" b="0">
                <a:solidFill>
                  <a:srgbClr val="5C6672"/>
                </a:solidFill>
              </a:rPr>
              <a:t>把“已经做到了什么”和“下一阶段做什么”收在一页里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DD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oss_cas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4983480" cy="1851007"/>
          </a:xfrm>
          <a:prstGeom prst="rect">
            <a:avLst/>
          </a:prstGeom>
        </p:spPr>
      </p:pic>
      <p:pic>
        <p:nvPicPr>
          <p:cNvPr id="6" name="Picture 5" descr="normal_1_step3_cente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77639"/>
            <a:ext cx="2240280" cy="1680210"/>
          </a:xfrm>
          <a:prstGeom prst="rect">
            <a:avLst/>
          </a:prstGeom>
        </p:spPr>
      </p:pic>
      <p:pic>
        <p:nvPicPr>
          <p:cNvPr id="7" name="Picture 6" descr="normal_2_step3_cent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977639"/>
            <a:ext cx="2240280" cy="16802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60" y="1554480"/>
            <a:ext cx="49377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609344"/>
            <a:ext cx="471830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DD594F"/>
                </a:solidFill>
              </a:rPr>
              <a:t>现在已经有的证据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901952"/>
            <a:ext cx="4718304" cy="1545336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Normal_1 / Normal_2 的五阶段 pipeline 可复现，并有量化指标和可视化资产。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语义拓扑、左右系统分离、分支聚类 baseline 已经进入标准脚本与测试。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synthetic projection 已经在代码层具备最小闭环接口。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749039"/>
            <a:ext cx="4937760" cy="210312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589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803903"/>
            <a:ext cx="4718304" cy="274320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1400" b="1">
                <a:solidFill>
                  <a:srgbClr val="589072"/>
                </a:solidFill>
              </a:rPr>
              <a:t>建议的下一步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4096511"/>
            <a:ext cx="4718304" cy="1682495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模型：把 cluster / prototype prior 和 FGPM 组合成可采样的类手术数据生成器。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实验：系统采样 [config, space]，生成 [x,theta]_cav,L,R 的稀疏结构化表达与 synthetic X-ray 数据库。</a:t>
            </a:r>
          </a:p>
          <a:p>
            <a:pPr algn="l">
              <a:spcAft>
                <a:spcPts val="300"/>
              </a:spcAft>
              <a:defRPr sz="1100">
                <a:solidFill>
                  <a:srgbClr val="1A202C"/>
                </a:solidFill>
              </a:defRPr>
            </a:pPr>
            <a:r>
              <a:t>• 实时：定义真实 X 光与 synthetic X-ray 的 matching loss，再从单帧 MAP 过渡到时序 Bayesian filtering。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10789920" cy="201168"/>
          </a:xfrm>
          <a:prstGeom prst="rect">
            <a:avLst/>
          </a:prstGeom>
          <a:noFill/>
        </p:spPr>
        <p:txBody>
          <a:bodyPr wrap="square" anchor="ctr" lIns="101600" rIns="101600" tIns="50800" bIns="50800">
            <a:spAutoFit/>
          </a:bodyPr>
          <a:lstStyle/>
          <a:p>
            <a:pPr algn="l"/>
            <a:r>
              <a:rPr sz="800" b="0">
                <a:solidFill>
                  <a:srgbClr val="5C6672"/>
                </a:solidFill>
              </a:rPr>
              <a:t>推荐汇报收束句：我们不是重新做一个分割项目，而是在现有冠脉结构化平台上补齐术中状态估计层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